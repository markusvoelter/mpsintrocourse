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theme/theme10.xml" ContentType="application/vnd.openxmlformats-officedocument.theme+xml"/>
  <Override PartName="/ppt/theme/theme8.xml" ContentType="application/vnd.openxmlformats-officedocument.theme+xml"/>
  <Override PartName="/ppt/slideLayouts/slideLayout3.xml" ContentType="application/vnd.openxmlformats-officedocument.presentationml.slideLayout+xml"/>
  <Override PartName="/ppt/theme/theme12.xml" ContentType="application/vnd.openxmlformats-officedocument.theme+xml"/>
  <Override PartName="/ppt/slideLayouts/slideLayout7.xml" ContentType="application/vnd.openxmlformats-officedocument.presentationml.slideLayout+xml"/>
  <Override PartName="/ppt/theme/theme5.xml" ContentType="application/vnd.openxmlformats-officedocument.theme+xml"/>
  <Override PartName="/docProps/app.xml" ContentType="application/vnd.openxmlformats-officedocument.extended-properties+xml"/>
  <Override PartName="/ppt/theme/theme7.xml" ContentType="application/vnd.openxmlformats-officedocument.theme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core.xml" ContentType="application/vnd.openxmlformats-package.core-properties+xml"/>
  <Override PartName="/ppt/theme/theme2.xml" ContentType="application/vnd.openxmlformats-officedocument.theme+xml"/>
  <Override PartName="/ppt/theme/theme13.xml" ContentType="application/vnd.openxmlformats-officedocument.theme+xml"/>
  <Override PartName="/ppt/theme/theme1.xml" ContentType="application/vnd.openxmlformats-officedocument.theme+xml"/>
  <Override PartName="/ppt/theme/theme6.xml" ContentType="application/vnd.openxmlformats-officedocument.theme+xml"/>
  <Override PartName="/ppt/slideMasters/slideMaster7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theme/theme9.xml" ContentType="application/vnd.openxmlformats-officedocument.theme+xml"/>
  <Override PartName="/ppt/theme/theme3.xml" ContentType="application/vnd.openxmlformats-officedocument.theme+xml"/>
  <Override PartName="/ppt/slideMasters/slideMaster12.xml" ContentType="application/vnd.openxmlformats-officedocument.presentationml.slideMaster+xml"/>
  <Override PartName="/ppt/theme/theme4.xml" ContentType="application/vnd.openxmlformats-officedocument.theme+xml"/>
  <Override PartName="/ppt/theme/theme11.xml" ContentType="application/vnd.openxmlformats-officedocument.theme+xml"/>
  <Override PartName="/docProps/custom.xml" ContentType="application/vnd.openxmlformats-officedocument.custom-properties+xml"/>
  <Override PartName="/ppt/slideLayouts/slideLayout8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Masters/slideMaster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tableStyles.xml" ContentType="application/vnd.openxmlformats-officedocument.presentationml.tableStyles+xml"/>
  <Override PartName="/ppt/slideMasters/slideMaster1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6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</p:sldMasterIdLst>
  <p:notesMasterIdLst>
    <p:notesMasterId r:id="rId27"/>
  </p:notesMasterIdLst>
  <p:sldIdLst>
    <p:sldId id="256" r:id="rId26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>
        <p:scale>
          <a:sx n="0" d="6"/>
          <a:sy n="0" d="2"/>
        </p:scale>
        <p:origin x="491830320" y="0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11" Type="http://schemas.openxmlformats.org/officeDocument/2006/relationships/slideMaster" Target="slideMasters/slideMaster11.xml"/><Relationship Id="rId12" Type="http://schemas.openxmlformats.org/officeDocument/2006/relationships/slideMaster" Target="slideMasters/slideMaster12.xml"/><Relationship Id="rId13" Type="http://schemas.openxmlformats.org/officeDocument/2006/relationships/theme" Target="theme/theme1.xml"/><Relationship Id="rId14" Type="http://schemas.openxmlformats.org/officeDocument/2006/relationships/theme" Target="theme/theme2.xml"/><Relationship Id="rId15" Type="http://schemas.openxmlformats.org/officeDocument/2006/relationships/theme" Target="theme/theme3.xml"/><Relationship Id="rId16" Type="http://schemas.openxmlformats.org/officeDocument/2006/relationships/theme" Target="theme/theme4.xml"/><Relationship Id="rId17" Type="http://schemas.openxmlformats.org/officeDocument/2006/relationships/theme" Target="theme/theme5.xml"/><Relationship Id="rId18" Type="http://schemas.openxmlformats.org/officeDocument/2006/relationships/theme" Target="theme/theme6.xml"/><Relationship Id="rId19" Type="http://schemas.openxmlformats.org/officeDocument/2006/relationships/theme" Target="theme/theme7.xml"/><Relationship Id="rId20" Type="http://schemas.openxmlformats.org/officeDocument/2006/relationships/theme" Target="theme/theme8.xml"/><Relationship Id="rId21" Type="http://schemas.openxmlformats.org/officeDocument/2006/relationships/theme" Target="theme/theme9.xml"/><Relationship Id="rId22" Type="http://schemas.openxmlformats.org/officeDocument/2006/relationships/theme" Target="theme/theme10.xml"/><Relationship Id="rId23" Type="http://schemas.openxmlformats.org/officeDocument/2006/relationships/theme" Target="theme/theme11.xml"/><Relationship Id="rId24" Type="http://schemas.openxmlformats.org/officeDocument/2006/relationships/theme" Target="theme/theme12.xml"/><Relationship Id="rId25" Type="http://schemas.openxmlformats.org/officeDocument/2006/relationships/theme" Target="theme/theme13.xml"/><Relationship Id="rId26" Type="http://schemas.openxmlformats.org/officeDocument/2006/relationships/slide" Target="slides/slide1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 /><Relationship Id="rId29" Type="http://schemas.openxmlformats.org/officeDocument/2006/relationships/tableStyles" Target="tableStyles.xml" /><Relationship Id="rId3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6819729" name="PlaceHolder 1"/>
          <p:cNvSpPr>
            <a:spLocks noGrp="1"/>
          </p:cNvSpPr>
          <p:nvPr>
            <p:ph type="sldImg"/>
          </p:nvPr>
        </p:nvSpPr>
        <p:spPr bwMode="auto"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defRPr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999631" name="PlaceHolder 2"/>
          <p:cNvSpPr>
            <a:spLocks noGrp="1"/>
          </p:cNvSpPr>
          <p:nvPr>
            <p:ph type="body"/>
          </p:nvPr>
        </p:nvSpPr>
        <p:spPr bwMode="auto">
          <a:xfrm>
            <a:off x="756000" y="5078520"/>
            <a:ext cx="6047640" cy="481103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216000" indent="-216000">
              <a:buNone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6039409" name="PlaceHolder 3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057377" name="PlaceHolder 4"/>
          <p:cNvSpPr>
            <a:spLocks noGrp="1"/>
          </p:cNvSpPr>
          <p:nvPr>
            <p:ph type="dt" idx="1"/>
          </p:nvPr>
        </p:nvSpPr>
        <p:spPr bwMode="auto"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3675985" name="PlaceHolder 5"/>
          <p:cNvSpPr>
            <a:spLocks noGrp="1"/>
          </p:cNvSpPr>
          <p:nvPr>
            <p:ph type="ftr" idx="2"/>
          </p:nvPr>
        </p:nvSpPr>
        <p:spPr bwMode="auto"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1738706" name="PlaceHolder 6"/>
          <p:cNvSpPr>
            <a:spLocks noGrp="1"/>
          </p:cNvSpPr>
          <p:nvPr>
            <p:ph type="sldNum" idx="3"/>
          </p:nvPr>
        </p:nvSpPr>
        <p:spPr bwMode="auto"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  <a:defRPr/>
            </a:pPr>
            <a:fld id="{AE1D12B8-A052-4FED-BA17-224421784624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&lt;number&gt;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5096166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78009220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marL="216000" indent="-216000">
              <a:buNone/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918965" name="PlaceHolder 3"/>
          <p:cNvSpPr>
            <a:spLocks noGrp="1"/>
          </p:cNvSpPr>
          <p:nvPr>
            <p:ph type="sldNum" idx="4"/>
          </p:nvPr>
        </p:nvSpPr>
        <p:spPr bwMode="auto"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OverTx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0144458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0849445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2079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94986" name="PlaceHolder 3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2079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fourObj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448331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3692581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1443216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3640285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322346" name="PlaceHolder 5"/>
          <p:cNvSpPr>
            <a:spLocks noGrp="1"/>
          </p:cNvSpPr>
          <p:nvPr>
            <p:ph/>
          </p:nvPr>
        </p:nvSpPr>
        <p:spPr bwMode="auto"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x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9660212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2808043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2079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9763524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703773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2079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558412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078413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241905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5336159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AndTx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4002165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822514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7344808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2695302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xAndTwoObj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1952598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1803068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5243118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441856" name="PlaceHolder 4"/>
          <p:cNvSpPr>
            <a:spLocks noGrp="1"/>
          </p:cNvSpPr>
          <p:nvPr>
            <p:ph/>
          </p:nvPr>
        </p:nvSpPr>
        <p:spPr bwMode="auto"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OverTx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0874045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011690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2492889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2684784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2079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/Relationships>
</file>

<file path=ppt/slideMasters/_rels/slideMaster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4.xml"/></Relationships>
</file>

<file path=ppt/slideMasters/_rels/slideMaster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5.xml"/></Relationships>
</file>

<file path=ppt/slideMasters/_rels/slideMaster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6.xml"/></Relationships>
</file>

<file path=ppt/slideMasters/_rels/slideMaster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heme" Target="../theme/theme7.xml"/></Relationships>
</file>

<file path=ppt/slideMasters/_rels/slideMaster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8.xml"/></Relationships>
</file>

<file path=ppt/slideMasters/_rels/slideMaster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theme" Target="../theme/theme9.xml"/></Relationships>
</file>

<file path=ppt/slideMasters/_rels/slideMaster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10.xml"/></Relationships>
</file>

<file path=ppt/slideMasters/_rels/slideMaster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heme" Target="../theme/theme11.xml"/></Relationships>
</file>

<file path=ppt/slideMasters/_rels/slideMaster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6426929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4530707" name="PlaceHolder 2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2079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4181313" name="PlaceHolder 3"/>
          <p:cNvSpPr>
            <a:spLocks noGrp="1"/>
          </p:cNvSpPr>
          <p:nvPr>
            <p:ph type="body"/>
          </p:nvPr>
        </p:nvSpPr>
        <p:spPr bwMode="auto">
          <a:xfrm>
            <a:off x="609480" y="3682080"/>
            <a:ext cx="10972079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1735659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0097644" name="PlaceHolder 2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668840" name="PlaceHolder 3"/>
          <p:cNvSpPr>
            <a:spLocks noGrp="1"/>
          </p:cNvSpPr>
          <p:nvPr>
            <p:ph type="body"/>
          </p:nvPr>
        </p:nvSpPr>
        <p:spPr bwMode="auto"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0239677" name="PlaceHolder 4"/>
          <p:cNvSpPr>
            <a:spLocks noGrp="1"/>
          </p:cNvSpPr>
          <p:nvPr>
            <p:ph type="body"/>
          </p:nvPr>
        </p:nvSpPr>
        <p:spPr bwMode="auto"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391576" name="PlaceHolder 5"/>
          <p:cNvSpPr>
            <a:spLocks noGrp="1"/>
          </p:cNvSpPr>
          <p:nvPr>
            <p:ph type="body"/>
          </p:nvPr>
        </p:nvSpPr>
        <p:spPr bwMode="auto"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5401954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45394" name="PlaceHolder 2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2079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5999377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6968732" name="PlaceHolder 2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2079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4589091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6930575" name="PlaceHolder 2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6963506" name="PlaceHolder 3"/>
          <p:cNvSpPr>
            <a:spLocks noGrp="1"/>
          </p:cNvSpPr>
          <p:nvPr>
            <p:ph type="body"/>
          </p:nvPr>
        </p:nvSpPr>
        <p:spPr bwMode="auto"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5028255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5759492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9542814" name="PlaceHolder 2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429958" name="PlaceHolder 3"/>
          <p:cNvSpPr>
            <a:spLocks noGrp="1"/>
          </p:cNvSpPr>
          <p:nvPr>
            <p:ph type="body"/>
          </p:nvPr>
        </p:nvSpPr>
        <p:spPr bwMode="auto"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955144" name="PlaceHolder 4"/>
          <p:cNvSpPr>
            <a:spLocks noGrp="1"/>
          </p:cNvSpPr>
          <p:nvPr>
            <p:ph type="body"/>
          </p:nvPr>
        </p:nvSpPr>
        <p:spPr bwMode="auto"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058403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9922267" name="PlaceHolder 2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0496604" name="PlaceHolder 3"/>
          <p:cNvSpPr>
            <a:spLocks noGrp="1"/>
          </p:cNvSpPr>
          <p:nvPr>
            <p:ph type="body"/>
          </p:nvPr>
        </p:nvSpPr>
        <p:spPr bwMode="auto"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7295719" name="PlaceHolder 4"/>
          <p:cNvSpPr>
            <a:spLocks noGrp="1"/>
          </p:cNvSpPr>
          <p:nvPr>
            <p:ph type="body"/>
          </p:nvPr>
        </p:nvSpPr>
        <p:spPr bwMode="auto"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6233804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815799" name="PlaceHolder 2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5148836" name="PlaceHolder 3"/>
          <p:cNvSpPr>
            <a:spLocks noGrp="1"/>
          </p:cNvSpPr>
          <p:nvPr>
            <p:ph type="body"/>
          </p:nvPr>
        </p:nvSpPr>
        <p:spPr bwMode="auto"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7806982" name="PlaceHolder 4"/>
          <p:cNvSpPr>
            <a:spLocks noGrp="1"/>
          </p:cNvSpPr>
          <p:nvPr>
            <p:ph type="body"/>
          </p:nvPr>
        </p:nvSpPr>
        <p:spPr bwMode="auto">
          <a:xfrm>
            <a:off x="609480" y="3682080"/>
            <a:ext cx="10972079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56696346" name="Picture 2" descr="Image result for jetbrains mps logo"/>
          <p:cNvPicPr/>
          <p:nvPr/>
        </p:nvPicPr>
        <p:blipFill rotWithShape="1">
          <a:blip r:embed="rId3"/>
          <a:stretch/>
        </p:blipFill>
        <p:spPr bwMode="auto">
          <a:xfrm>
            <a:off x="847800" y="1152360"/>
            <a:ext cx="4418640" cy="4418640"/>
          </a:xfrm>
          <a:prstGeom prst="rect">
            <a:avLst/>
          </a:prstGeom>
          <a:ln w="0">
            <a:noFill/>
          </a:ln>
        </p:spPr>
      </p:pic>
      <p:sp>
        <p:nvSpPr>
          <p:cNvPr id="355829052" name="TextShape 1"/>
          <p:cNvSpPr/>
          <p:nvPr/>
        </p:nvSpPr>
        <p:spPr bwMode="auto">
          <a:xfrm>
            <a:off x="1346040" y="865080"/>
            <a:ext cx="10096200" cy="238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rmAutofit/>
          </a:bodyPr>
          <a:p>
            <a:pPr algn="ctr">
              <a:lnSpc>
                <a:spcPct val="90000"/>
              </a:lnSpc>
              <a:defRPr/>
            </a:pPr>
            <a:r>
              <a:rPr lang="en-US" sz="6100" b="1" strike="noStrike" spc="-1">
                <a:solidFill>
                  <a:srgbClr val="000000"/>
                </a:solidFill>
                <a:latin typeface="Calibri"/>
                <a:ea typeface="DejaVu Sans"/>
              </a:rPr>
              <a:t>MPS Introduction Course</a:t>
            </a:r>
            <a:endParaRPr lang="en-US" sz="6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7995671" name="TextShape 2"/>
          <p:cNvSpPr/>
          <p:nvPr/>
        </p:nvSpPr>
        <p:spPr bwMode="auto">
          <a:xfrm>
            <a:off x="1356840" y="3030480"/>
            <a:ext cx="10000800" cy="165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/>
            </a:pPr>
            <a:r>
              <a:rPr lang="en-US" sz="2500" b="1" strike="noStrike" spc="-1">
                <a:solidFill>
                  <a:srgbClr val="595959"/>
                </a:solidFill>
                <a:latin typeface="Calibri"/>
                <a:ea typeface="DejaVu Sans"/>
              </a:rPr>
              <a:t>MPS 2026.1.x + mbeddr.platform / MPS Extensions + KernelF</a:t>
            </a:r>
            <a:endParaRPr lang="en-US" sz="25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70237423" name="Picture 10" descr="Image result for github logo"/>
          <p:cNvPicPr/>
          <p:nvPr/>
        </p:nvPicPr>
        <p:blipFill rotWithShape="1">
          <a:blip r:embed="rId4"/>
          <a:srcRect l="37167" t="23998" r="36999" b="23501"/>
          <a:stretch/>
        </p:blipFill>
        <p:spPr bwMode="auto">
          <a:xfrm>
            <a:off x="2158200" y="3448800"/>
            <a:ext cx="305280" cy="309960"/>
          </a:xfrm>
          <a:prstGeom prst="rect">
            <a:avLst/>
          </a:prstGeom>
          <a:ln w="0">
            <a:noFill/>
          </a:ln>
        </p:spPr>
      </p:pic>
      <p:sp>
        <p:nvSpPr>
          <p:cNvPr id="2110227271" name="CustomShape 3"/>
          <p:cNvSpPr/>
          <p:nvPr/>
        </p:nvSpPr>
        <p:spPr bwMode="auto">
          <a:xfrm>
            <a:off x="2496240" y="3400200"/>
            <a:ext cx="62359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defRPr/>
            </a:pPr>
            <a:r>
              <a:rPr lang="nl-NL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https://github.com/markusvoelter/mpsintrocourse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6418132" name="Picture 12" descr="Image result for jetbrains mps logo"/>
          <p:cNvPicPr/>
          <p:nvPr/>
        </p:nvPicPr>
        <p:blipFill rotWithShape="1">
          <a:blip r:embed="rId5"/>
          <a:stretch/>
        </p:blipFill>
        <p:spPr bwMode="auto">
          <a:xfrm>
            <a:off x="7929360" y="933480"/>
            <a:ext cx="3189960" cy="827280"/>
          </a:xfrm>
          <a:prstGeom prst="rect">
            <a:avLst/>
          </a:prstGeom>
          <a:ln w="0">
            <a:noFill/>
          </a:ln>
        </p:spPr>
      </p:pic>
      <p:pic>
        <p:nvPicPr>
          <p:cNvPr id="65400174" name="Picture 12" descr="Image result for jetbrains mps logo"/>
          <p:cNvPicPr/>
          <p:nvPr/>
        </p:nvPicPr>
        <p:blipFill rotWithShape="1">
          <a:blip r:embed="rId6"/>
          <a:srcRect l="32381" t="0" r="0" b="0"/>
          <a:stretch/>
        </p:blipFill>
        <p:spPr bwMode="auto">
          <a:xfrm>
            <a:off x="5283000" y="3987360"/>
            <a:ext cx="4125960" cy="1583640"/>
          </a:xfrm>
          <a:prstGeom prst="rect">
            <a:avLst/>
          </a:prstGeom>
          <a:ln w="0">
            <a:noFill/>
          </a:ln>
        </p:spPr>
      </p:pic>
      <p:pic>
        <p:nvPicPr>
          <p:cNvPr id="1494754058" name="Picture 14" descr="Image result for itemis logo"/>
          <p:cNvPicPr/>
          <p:nvPr/>
        </p:nvPicPr>
        <p:blipFill rotWithShape="1">
          <a:blip r:embed="rId7"/>
          <a:stretch/>
        </p:blipFill>
        <p:spPr bwMode="auto">
          <a:xfrm>
            <a:off x="6609960" y="5983560"/>
            <a:ext cx="1229400" cy="347760"/>
          </a:xfrm>
          <a:prstGeom prst="rect">
            <a:avLst/>
          </a:prstGeom>
          <a:ln w="0">
            <a:noFill/>
          </a:ln>
        </p:spPr>
      </p:pic>
      <p:pic>
        <p:nvPicPr>
          <p:cNvPr id="157309101" name="Picture 1" descr=""/>
          <p:cNvPicPr/>
          <p:nvPr/>
        </p:nvPicPr>
        <p:blipFill rotWithShape="1">
          <a:blip r:embed="rId8"/>
          <a:stretch/>
        </p:blipFill>
        <p:spPr bwMode="auto">
          <a:xfrm>
            <a:off x="8199000" y="5954760"/>
            <a:ext cx="2919960" cy="405360"/>
          </a:xfrm>
          <a:prstGeom prst="rect">
            <a:avLst/>
          </a:prstGeom>
          <a:ln w="0">
            <a:noFill/>
          </a:ln>
        </p:spPr>
      </p:pic>
      <p:pic>
        <p:nvPicPr>
          <p:cNvPr id="752304810" name="Picture 3" descr=""/>
          <p:cNvPicPr/>
          <p:nvPr/>
        </p:nvPicPr>
        <p:blipFill rotWithShape="1">
          <a:blip r:embed="rId9"/>
          <a:stretch/>
        </p:blipFill>
        <p:spPr bwMode="auto">
          <a:xfrm>
            <a:off x="1798200" y="6034320"/>
            <a:ext cx="648000" cy="297360"/>
          </a:xfrm>
          <a:prstGeom prst="rect">
            <a:avLst/>
          </a:prstGeom>
          <a:ln w="0">
            <a:noFill/>
          </a:ln>
        </p:spPr>
      </p:pic>
      <p:sp>
        <p:nvSpPr>
          <p:cNvPr id="875280637" name="CustomShape 4"/>
          <p:cNvSpPr/>
          <p:nvPr/>
        </p:nvSpPr>
        <p:spPr bwMode="auto">
          <a:xfrm>
            <a:off x="705960" y="5943960"/>
            <a:ext cx="110484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defRPr/>
            </a:pPr>
            <a:r>
              <a:rPr lang="nl-NL" sz="1050" b="0" strike="noStrike" spc="-1">
                <a:solidFill>
                  <a:srgbClr val="000000"/>
                </a:solidFill>
                <a:latin typeface="Calibri"/>
                <a:ea typeface="DejaVu Sans"/>
              </a:rPr>
              <a:t>maintained by: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_rels/theme4.xml.rels><?xml version="1.0" encoding="UTF-8" standalone="yes"?><Relationships xmlns="http://schemas.openxmlformats.org/package/2006/relationships"></Relationships>
</file>

<file path=ppt/theme/_rels/theme5.xml.rels><?xml version="1.0" encoding="UTF-8" standalone="yes"?><Relationships xmlns="http://schemas.openxmlformats.org/package/2006/relationships"></Relationships>
</file>

<file path=ppt/theme/_rels/theme6.xml.rels><?xml version="1.0" encoding="UTF-8" standalone="yes"?><Relationships xmlns="http://schemas.openxmlformats.org/package/2006/relationships"></Relationships>
</file>

<file path=ppt/theme/_rels/theme7.xml.rels><?xml version="1.0" encoding="UTF-8" standalone="yes"?><Relationships xmlns="http://schemas.openxmlformats.org/package/2006/relationships"></Relationships>
</file>

<file path=ppt/theme/_rels/theme8.xml.rels><?xml version="1.0" encoding="UTF-8" standalone="yes"?><Relationships xmlns="http://schemas.openxmlformats.org/package/2006/relationships"></Relationships>
</file>

<file path=ppt/theme/_rels/theme9.xml.rels><?xml version="1.0" encoding="UTF-8" standalone="yes"?><Relationships xmlns="http://schemas.openxmlformats.org/package/2006/relationships"></Relationships>
</file>

<file path=ppt/theme/_rels/theme10.xml.rels><?xml version="1.0" encoding="UTF-8" standalone="yes"?><Relationships xmlns="http://schemas.openxmlformats.org/package/2006/relationships"></Relationships>
</file>

<file path=ppt/theme/_rels/theme11.xml.rels><?xml version="1.0" encoding="UTF-8" standalone="yes"?><Relationships xmlns="http://schemas.openxmlformats.org/package/2006/relationships"></Relationships>
</file>

<file path=ppt/theme/_rels/theme12.xml.rels><?xml version="1.0" encoding="UTF-8" standalone="yes"?><Relationships xmlns="http://schemas.openxmlformats.org/package/2006/relationships"></Relationships>
</file>

<file path=ppt/theme/_rels/theme13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4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5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6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7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8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9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10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1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1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13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</Slides>
  <Notes>1</Notes>
  <HiddenSlides>0</HiddenSlides>
  <MMClips>2</MMClips>
  <ScaleCrop>0</ScaleCrop>
  <HeadingPairs>
    <vt:vector size="4" baseType="variant">
      <vt:variant>
        <vt:lpstr>Theme</vt:lpstr>
      </vt:variant>
      <vt:variant>
        <vt:i4>12</vt:i4>
      </vt:variant>
      <vt:variant>
        <vt:lpstr>Slide Titles</vt:lpstr>
      </vt:variant>
      <vt:variant>
        <vt:i4>1</vt:i4>
      </vt:variant>
    </vt:vector>
  </HeadingPairs>
  <TitlesOfParts>
    <vt:vector size="13" baseType="lpstr">
      <vt:lpstr>Theme 1</vt:lpstr>
      <vt:lpstr>Theme 2</vt:lpstr>
      <vt:lpstr>Theme 3</vt:lpstr>
      <vt:lpstr>Theme 4</vt:lpstr>
      <vt:lpstr>Theme 5</vt:lpstr>
      <vt:lpstr>Theme 6</vt:lpstr>
      <vt:lpstr>Theme 7</vt:lpstr>
      <vt:lpstr>Theme 8</vt:lpstr>
      <vt:lpstr>Theme 9</vt:lpstr>
      <vt:lpstr>Theme 10</vt:lpstr>
      <vt:lpstr>Theme 11</vt:lpstr>
      <vt:lpstr>Theme 12</vt:lpstr>
      <vt:lpstr>Slide 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MPS Introduction Course</dc:title>
  <dc:subject/>
  <dc:creator>Schindler, Eugen</dc:creator>
  <dc:description/>
  <dc:language>en-US</dc:language>
  <cp:lastModifiedBy/>
  <cp:revision>14</cp:revision>
  <dcterms:created xsi:type="dcterms:W3CDTF">2019-11-04T22:38:36Z</dcterms:created>
  <dcterms:modified xsi:type="dcterms:W3CDTF">2026-08-22T20:22:30Z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0</vt:i4>
  </property>
  <property fmtid="{D5CDD505-2E9C-101B-9397-08002B2CF9AE}" pid="3" name="HyperlinksChanged">
    <vt:bool>false</vt:bool>
  </property>
  <property fmtid="{D5CDD505-2E9C-101B-9397-08002B2CF9AE}" pid="4" name="LinksUpToDate">
    <vt:bool>false</vt:bool>
  </property>
  <property fmtid="{D5CDD505-2E9C-101B-9397-08002B2CF9AE}" pid="5" name="MMClips">
    <vt:i4>2</vt:i4>
  </property>
  <property fmtid="{D5CDD505-2E9C-101B-9397-08002B2CF9AE}" pid="6" name="Notes">
    <vt:i4>1</vt:i4>
  </property>
  <property fmtid="{D5CDD505-2E9C-101B-9397-08002B2CF9AE}" pid="7" name="PresentationFormat">
    <vt:lpwstr>Widescreen</vt:lpwstr>
  </property>
  <property fmtid="{D5CDD505-2E9C-101B-9397-08002B2CF9AE}" pid="8" name="ScaleCrop">
    <vt:bool>false</vt:bool>
  </property>
  <property fmtid="{D5CDD505-2E9C-101B-9397-08002B2CF9AE}" pid="9" name="ShareDoc">
    <vt:bool>false</vt:bool>
  </property>
  <property fmtid="{D5CDD505-2E9C-101B-9397-08002B2CF9AE}" pid="10" name="Slides">
    <vt:i4>1</vt:i4>
  </property>
</Properties>
</file>